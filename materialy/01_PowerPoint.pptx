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Mega Poligon -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 Praktycznych Zadań Krok po Kroku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Układy Slajdów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Układ określa miejsca na tekst i obrazki. Nie powinno się ich robić ręcznie.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Zmień układ tego slajdu na 'Tytuł i dwie zawartości' (Prawy przycisk myszy na miniaturze slajdu po lewej -&gt; Układ).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Motywy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Motywy automatycznie kolorują całą prezentację i zmieniają układ.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Przejdź do zakładki Projektowanie i kliknij jeden z gotowych, kolorowych motywów, aby zastosować go do całego pliku.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Formatowanie Tekstu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Zmienianie wyglądu tekstu działa identycznie jak w programie Word.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poniższy tekst i zmień jego rozmiar na 40, pogrub go i pokoloruj na niebiesko.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Zmień mój wygląd i kolor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Malarz Formatów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Kopiuje ustawienia czcionki na inne słowa.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to słowo, kliknij 'Malarz formatów' (Narzędzia główne), a potem kliknij na słowo poniżej.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Skopiuj na mnie styl!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Wypunktowania (Listy)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Na slajdach rzadko używamy pełnych zdań, częściej są to kropkowane listy.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poniższe 3 linijki tekstu i kliknij ikonę Punktory (Narzędzia główne).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Krok Pierwszy</a:t>
            </a:r>
          </a:p>
          <a:p>
            <a:pPr algn="ctr">
              <a:defRPr sz="2400"/>
            </a:pPr>
            <a:r>
              <a:t>Krok Drugi</a:t>
            </a:r>
          </a:p>
          <a:p>
            <a:pPr algn="ctr">
              <a:defRPr sz="2400"/>
            </a:pPr>
            <a:r>
              <a:t>Krok Trzeci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Wstawianie Kształtów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Kształty budują schematy i przyciągają wzrok widza.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Przejdź do zakładki Wstawianie -&gt; Kształty i narysuj pod spodem dużą, czerwoną strzałkę.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Formatowanie Kształtów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Każdy kształt ma Wypełnienie (środek) i Kontur (ramkę).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Po narysowaniu kształtu z poprzedniego zadania, kliknij na niego i zmień jego Wypełnienie na kolor Żółty z zakładki Formatowanie.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Kolejność i Układanie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Kształty można kłaść jeden na drugim jak kartki papieru.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 na slajd prostokąt. Następnie wstaw Koło i nałóż je częściowo na prostokąt. Zaznacz koło, kliknij Prawym Przyciskiem i wybierz 'Przesuń na spód'.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Grupowanie Obiektów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Aby przesunąć 5 strzałek naraz, złącz je w jedną Grupę.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 3 różne małe kształty. Zaznacz je wszystkie naraz myszką, kliknij prawym przyciskiem i wybierz opcję 'Grupuj'. Teraz możesz je powiększać wspólnie.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Wstawianie Obrazu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Prezentacja bez zdjęć jest nudna.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Przejdź do Wstawianie -&gt; Obrazy, wybierz dowolne zdjęcie z Twojego dysku i umieść je na tym slajdzie.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Kadrowanie (Przycinanie) Obrazu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Nie musisz używać Photoshopa by usunąć zbędne boki zdjęcia.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Kliknij wstawione wcześniej zdjęcie. Z zakładki Formatowanie Obrazu wybierz 'Przytnij'. Odetnij niepotrzebny fragment przeciągając czarne znaczniki.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Grafika SmartArt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SmartArt to inteligentne struktury graficzne (np. hierarchie pracowników).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Wstawianie -&gt; SmartArt. Wybierz schemat 'Cykl' (Kółka ze strzałkami) i wpisz w nie słowa: Plan, Wykonanie, Analiza.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Wstawianie Tabeli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Tabele idealnie nadają się do cenników.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Wstawianie -&gt; Tabela. Zrób tabelkę 3x3 i wpisz w nią przykładowe nazwy produktów oraz ich ceny.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Wykres Kolumnowy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Excel jest wbudowany w PowerPointa do tworzenia wykresów.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Wstawianie -&gt; Wykres -&gt; Kolumnowy. Zmień wartości w okienku Excela, aby słupek np. Kategorii 1 znacznie urósł.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Nagłówek i Stopka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Służy do numerowania slajdów.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Wstawianie -&gt; Nagłówek i Stopka. Zaznacz 'Numer slajdu' oraz wpisz w stopce słowo 'Tajne'. Kliknij 'Zastosuj do wszystkich'.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Notatki Prelegenta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Prywatne ściągawki widoczne tylko dla prezentera na ekranie laptopa.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Znajdź na samym dole ekranu pasek 'Kliknij, aby dodać notatki' (lub kliknij przycisk 'Notatki') i wpisz tekst: 'Pamiętaj o uśmiechu'.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Przejścia między slajdami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Efekt graficzny podczas zmiany slajdu na kolejny.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Przejdź do zakładki Przejścia. Wybierz efekt 'Zanikanie' i kliknij opcję 'Zastosuj do wszystkich' (po prawej stronie).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Animacje Obiektów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Obiekty mogą wlatywać na slajd po kliknięciu myszką.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Zaznacz to pole tekstowe, w którym właśnie czytasz ten tekst. Przejdź do zakładki Animacje i wybierz efekt 'Przylot'.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Opcje Animacji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Zamiast klikać myszką, animacja może uruchomić się sama.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 zakładce Animacje (mając zaznaczony tekst z zad. 18), zmień opcję 'Start: Przy kliknięciu' na opcję 'Z poprzednim'.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Widok Pokazu (Start)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TEORIA:</a:t>
            </a:r>
          </a:p>
          <a:p>
            <a:pPr/>
            <a:r>
              <a:t>Na sam koniec musimy zaprezentować nasz pokaz na wielkim ekranie.</a:t>
            </a:r>
          </a:p>
          <a:p>
            <a:br/>
            <a:pPr>
              <a:defRPr b="1">
                <a:solidFill>
                  <a:srgbClr val="FF6600"/>
                </a:solidFill>
              </a:defRPr>
            </a:pPr>
            <a:r>
              <a:t>ĆWICZENIE DO WYKONANIA:</a:t>
            </a:r>
          </a:p>
          <a:p>
            <a:pPr/>
            <a:r>
              <a:t>Wciśnij klawisz F5, aby uruchomić pokaz. Użyj strzałek do nawigacji. Wciśnij literę 'B', aby przyciemnić ekran. Wciśnij Esc, aby wrócić do edycji.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