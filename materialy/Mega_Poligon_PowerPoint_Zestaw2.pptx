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Mega Poligon - PowerPoint (Zestaw 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 Zaawansowanych Zadań (Tipów i Trików)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Wzorzec Slajdów (Master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Wzorzec to niewidzialna 'matryca' dla całej prezentacji. Gdy dodasz logo do Wzorca, pojawi się ono na WSZYSTKICH slajdach automatycznie.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Wejdź w menu Widok -&gt; Wzorzec slajdów. Na głównym slajdzie zjedź na dół i dodaj dowolny Kształt w prawym rogu. Zamknij Wzorzec (krzyżyk) i sprawdź efekt!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Tło Slajdu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Zwykle zmieniasz tło dla całości poprzez Motyw, ale możesz zmienić je tylko dla jednego, konkretnego slajdu.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Kliknij w puste białe tło tego slajdu Prawym Przyciskiem Myszy i wybierz 'Formatuj tło'. Wybierz np. Wypełnienie Gradientowe.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Wyrównywanie Obiektów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Ustawianie obrazków 'na oko' zawsze kończy się źle.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 3 różne Kształty na slajd. Zaznacz wszystkie naraz (z Shiftem), wejdź w zakładkę Formatowanie i poszukaj ikony 'Wyrównaj'. Wybierz 'Wyrównaj do góry'.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Rozkładanie Obiektów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Po wyrównaniu kształtów do jednej linii, ich odstępy od siebie nadal mogą być krzywe.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Zaznacz te same 3 Kształty co poprzednio, kliknij 'Wyrównaj' i tym razem znajdź na liście 'Rozłóż w poziomie'. Luki będą identyczne.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Hiperłącza (Linki tekstowe)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Możesz odesłać widzów na stronę WWW klikając w wyraz.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Zaznacz poniższe słowo myszką, wciśnij Prawy Przycisk i wybierz 'Link' (lub Hiperłącze). Wpisz w okienko adres: www.google.pl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Kliknij Mnie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Przyciski Akcji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Prezentacja może być interaktywną grą (np. menu wyboru), w której klikasz w narysowane przyciski i skaczesz pomiędzy slajdami.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 na slajd Kształt (np. Zaokrąglony Prostokąt). Zaznacz go, wejdź we Wstawianie -&gt; Akcja. Wybierz 'Przejdź do: Pierwszy Slajd'.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Prowadnice i Siatka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Ułatwiają przyciąganie zdjęć do krawędzi niewidzialnych linii, jak w programach do projektowania.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Wejdź w zakładkę Widok. Zaznacz pole wyboru 'Prowadnice'. Ustaw dwa obrazy równiutko w stosunku do wyznaczonego w ten sposób środka ekranu.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Ścieżki Animacji Ruchu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Poza animacjami zjawiania się na ekranie, obiekt może po nim podróżować na wprost, po łuku lub po Twoim rysunku.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 dowolny Kształt. Zakładka Animacje -&gt; rozwiń całą listę i na samym dole znajdź 'Ścieżki Ruchu'. Wybierz 'Linie' i skieruj strzałkę ruchu w prawą stronę.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Kolejność Animacji (Panel)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Czasem pomylisz się w kolejności narzucania animacji i wszystko lata w losowy sposób.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Zakładka Animacje -&gt; włącz 'Okienko Animacji'. Kiedy masz tam dwie animacje, po prostu złap jedną i przeciągnij nad drugą, aby leciała pierwsza.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Wstawianie Wideo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Film wzbogaca pokaz, ale musisz pamiętać, by był czytelny. PowerPoint odtworzy go podczas prezentowania slajdów.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Zakładka Wstawianie -&gt; Wideo (np. Wideo na moim komputerze). Wstaw dowolny plik MP4 (jeśli nie masz, poeksperymentuj wstawiając wideo online!).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Wstawianie Dźwięku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Cicha, instrumentalna muzyka lub nagrany wykład, który leci w tle od początku slajdu.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Wstawianie -&gt; Dźwięk -&gt; Nagraj Dźwięk (lub z dysku). Pojawi się ikona głośniczka.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Zrzut Ekranu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Nie musisz robić 'Print Screen' i wklejać do painta! PowerPoint ma własne, super szybkie narzędzie do tego.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Przejdź na zakładkę Wstawianie i poszukaj 'Zrzut ekranu'. Zobaczysz okna wszystkich otwartych przez Ciebie na komputerze programów!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Znajdź i Zamień teksty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Szef prosi, by w całej 100-stronicowej prezentacji zmienić słowo 'Klient' na 'Partner'.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Na wstążce Narzędzia Główne (po prawej) jest ikona 'Zamień'. Wpisz w Znajdź: 'TEORIA', a w Zamień: 'WIEDZA'. Zastąp wszystko!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Zmiana Wielkości Liter (Ikona Aa)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Ktoś użył CapsLocka na cały akapit, a Ty nie chcesz tego przepisywać od nowa?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Zaznacz poniższe zdanie, znajdź w Narzędziach głównych ikonę 'Aa' (obok kolorów czcionki) i wybierz 'małe litery'.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TO ZDANIE JEST BARDZO HAŁAŚLIWE I GŁOŚNE!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Sprawdzanie Pisowni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Zawsze sprawdzaj literówki przed wystąpieniem przed Zarządem.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Wciśnij na klawiaturze klawisz F7 (lub zakładka Recenzja -&gt; Pisownia). Znajdź jakiś błond w tekście sam, albo niech znajdzie go program.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Ukrywanie Slajdów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Chcesz zachować slajd, ale nie chcesz go wyświetlać widowni (np. odpowiedź na zagadkę zależy od rozwoju rozmowy).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Kliknij Prawym Przyciskiem na miniaturę tego slajdu (z lewej strony ekranu) i wybierz opcję 'Ukryj slajd'. Numer slajdu zostanie przekreślony.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Automatyczne Przewijanie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Idealne do slajdów ustawionych w Holu (tzw. Kiosk), które pętlą się na telewizorze bez nikogo z pilotem.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Zakładka Przejścia. Po prawej stronie w dziale 'Przełącz slajd' odznacz 'Przy kliknięciu myszką' i zaznacz 'Po upływie', wpisując tam np. 00:03 sekund.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Drukowanie Materiałów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Na wydruku z reguły nie chce się drukować 1 slajdu na całą kartkę.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Wciśnij Ctrl+P (Plik -&gt; Drukuj). W sekcji Ustawienia zmień 'Slajdy na całych stronach' na 'Materiały informacyjne: 3 slajdy'. Obok pojawią się specjalne linie na notatki dla widzów.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Kompresja Obrazów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Twoja prezentacja 'waży' 150 MB przez wielkie zdjęcia z wakacji?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Kliknij dwukrotnie w jakiekolwiek zdjęcie na slajdach. Na Wstążce 'Format obrazu' znajdziesz małą ikonkę z czterema strzałkami 'Kompresuj obrazy'. Zaznacz tam opcję 'E-mail'.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Zabezpieczanie Hasłem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Raport finansowy na rzutniku może oglądać każdy, ale nikt nie może edytować pliku bez uprawnień.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Plik -&gt; Informacje -&gt; Chroń prezentację -&gt; Szyfruj przy użyciu hasła. Wpisz dowolne hasło (i zapamiętaj je!). Od teraz nikt postronny nie otworzy pliku.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